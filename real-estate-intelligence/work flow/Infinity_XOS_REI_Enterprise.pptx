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Infinity XOS – Real Estate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Autonomous Intelligence Platform</a:t>
            </a:r>
          </a:p>
          <a:p>
            <a:r>
              <a:t>Source → Crawl → Reason → Act → Ledger →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Estate Intelligence</a:t>
            </a:r>
          </a:p>
          <a:p>
            <a:r>
              <a:t>Buy-Side: Investors, Funds, Developers</a:t>
            </a:r>
          </a:p>
          <a:p>
            <a:r>
              <a:t>Sell-Side: Owners, Probate, Distressed Assets</a:t>
            </a:r>
          </a:p>
          <a:p>
            <a:r>
              <a:t>Adjacencies: Insurance, Lending, Legal, Gov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Industry Signals</a:t>
            </a:r>
          </a:p>
          <a:p>
            <a:r>
              <a:t>2. Crawler Ingestion</a:t>
            </a:r>
          </a:p>
          <a:p>
            <a:r>
              <a:t>3. Orchestrator Routing</a:t>
            </a:r>
          </a:p>
          <a:p>
            <a:r>
              <a:t>4. Vision Cortex Analysis</a:t>
            </a:r>
          </a:p>
          <a:p>
            <a:r>
              <a:t>5. Scoring &amp; Prediction</a:t>
            </a:r>
          </a:p>
          <a:p>
            <a:r>
              <a:t>6. Outreach &amp; Deal Ops</a:t>
            </a:r>
          </a:p>
          <a:p>
            <a:r>
              <a:t>7. Ledger &amp;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Workspace as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Calendar = Cadence</a:t>
            </a:r>
          </a:p>
          <a:p>
            <a:r>
              <a:t>Tasks = Commands</a:t>
            </a:r>
          </a:p>
          <a:p>
            <a:r>
              <a:t>Sheets = Ledger</a:t>
            </a:r>
          </a:p>
          <a:p>
            <a:r>
              <a:t>Docs = Contracts/SOPs</a:t>
            </a:r>
          </a:p>
          <a:p>
            <a:r>
              <a:t>Drive = Canonical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Agents:</a:t>
            </a:r>
          </a:p>
          <a:p>
            <a:r>
              <a:t>- Vision, Strategy, Finance, Compliance</a:t>
            </a:r>
          </a:p>
          <a:p/>
          <a:p>
            <a:r>
              <a:t>Execution Agents:</a:t>
            </a:r>
          </a:p>
          <a:p>
            <a:r>
              <a:t>- Crawl, Data, Analytics, Outreach</a:t>
            </a:r>
          </a:p>
          <a:p/>
          <a:p>
            <a:r>
              <a:t>Validation Agents:</a:t>
            </a:r>
          </a:p>
          <a:p>
            <a:r>
              <a:t>- QA, Risk, Benchmarking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Vertical-Agnostic Workflow</a:t>
            </a:r>
          </a:p>
          <a:p>
            <a:r>
              <a:t>Plug-in Industry Sources</a:t>
            </a:r>
          </a:p>
          <a:p>
            <a:r>
              <a:t>Reusable Crawl + Reason + Act Loop</a:t>
            </a:r>
          </a:p>
          <a:p>
            <a:r>
              <a:t>Supports Finance, Energy, Healthcare, 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